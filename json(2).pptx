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8"/>
  </p:notesMasterIdLst>
  <p:sldIdLst>
    <p:sldId id="256" r:id="rId2"/>
    <p:sldId id="258" r:id="rId3"/>
    <p:sldId id="257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DF893-FFAC-48CF-AAC9-6CF6920525ED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B79E2E-363F-47EF-87BB-0780FECFD1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685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B79E2E-363F-47EF-87BB-0780FECFD1E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2979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43FE8-420E-498C-BD49-2E539D65B5AC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C3FD4-C1EE-442F-AF19-8C032DF2EF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534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43FE8-420E-498C-BD49-2E539D65B5AC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C3FD4-C1EE-442F-AF19-8C032DF2EF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6941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43FE8-420E-498C-BD49-2E539D65B5AC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C3FD4-C1EE-442F-AF19-8C032DF2EF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6235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43FE8-420E-498C-BD49-2E539D65B5AC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C3FD4-C1EE-442F-AF19-8C032DF2EF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7025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43FE8-420E-498C-BD49-2E539D65B5AC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C3FD4-C1EE-442F-AF19-8C032DF2EF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9060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43FE8-420E-498C-BD49-2E539D65B5AC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C3FD4-C1EE-442F-AF19-8C032DF2EF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1719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43FE8-420E-498C-BD49-2E539D65B5AC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C3FD4-C1EE-442F-AF19-8C032DF2EF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247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43FE8-420E-498C-BD49-2E539D65B5AC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C3FD4-C1EE-442F-AF19-8C032DF2EF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291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C3FD4-C1EE-442F-AF19-8C032DF2EFB9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43FE8-420E-498C-BD49-2E539D65B5AC}" type="datetimeFigureOut">
              <a:rPr lang="en-US" smtClean="0"/>
              <a:t>4/2/2026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0371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43FE8-420E-498C-BD49-2E539D65B5AC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C3FD4-C1EE-442F-AF19-8C032DF2EF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999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43FE8-420E-498C-BD49-2E539D65B5AC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C3FD4-C1EE-442F-AF19-8C032DF2EFB9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234351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43FE8-420E-498C-BD49-2E539D65B5AC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C3FD4-C1EE-442F-AF19-8C032DF2EF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3428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43FE8-420E-498C-BD49-2E539D65B5AC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C3FD4-C1EE-442F-AF19-8C032DF2EFB9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075064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43FE8-420E-498C-BD49-2E539D65B5AC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C3FD4-C1EE-442F-AF19-8C032DF2EF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1193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43FE8-420E-498C-BD49-2E539D65B5AC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C3FD4-C1EE-442F-AF19-8C032DF2EF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6686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43FE8-420E-498C-BD49-2E539D65B5AC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C3FD4-C1EE-442F-AF19-8C032DF2EF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1127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143FE8-420E-498C-BD49-2E539D65B5AC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A5C3FD4-C1EE-442F-AF19-8C032DF2EF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773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JSON Parsing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Presented by: Manal </a:t>
            </a:r>
            <a:r>
              <a:rPr lang="en-US" dirty="0" err="1" smtClean="0"/>
              <a:t>Asgahr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6146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892" y="501500"/>
            <a:ext cx="10699352" cy="5830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8415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3" y="609600"/>
            <a:ext cx="9892673" cy="5292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0705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657" y="161183"/>
            <a:ext cx="11470322" cy="6544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9625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155" y="0"/>
            <a:ext cx="9412881" cy="682406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4"/>
          <a:srcRect l="-345" t="23923" r="12885" b="-1171"/>
          <a:stretch/>
        </p:blipFill>
        <p:spPr>
          <a:xfrm>
            <a:off x="2657034" y="2954834"/>
            <a:ext cx="6995147" cy="914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3924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744949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46</TotalTime>
  <Words>8</Words>
  <Application>Microsoft Office PowerPoint</Application>
  <PresentationFormat>Widescreen</PresentationFormat>
  <Paragraphs>3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Trebuchet MS</vt:lpstr>
      <vt:lpstr>Wingdings 3</vt:lpstr>
      <vt:lpstr>Facet</vt:lpstr>
      <vt:lpstr>JSON Parsing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JSON Parsing</dc:title>
  <dc:creator>smc</dc:creator>
  <cp:lastModifiedBy>smc</cp:lastModifiedBy>
  <cp:revision>4</cp:revision>
  <dcterms:created xsi:type="dcterms:W3CDTF">2026-04-02T10:32:42Z</dcterms:created>
  <dcterms:modified xsi:type="dcterms:W3CDTF">2026-04-02T11:19:04Z</dcterms:modified>
</cp:coreProperties>
</file>