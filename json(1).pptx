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61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2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44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35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0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792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06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00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48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2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5168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918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932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35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0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57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3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JSON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by: Manal Asghar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67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17" y="119157"/>
            <a:ext cx="9038478" cy="66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0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43" y="461819"/>
            <a:ext cx="9348961" cy="625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7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56" y="322616"/>
            <a:ext cx="10621981" cy="602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90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466" b="10929"/>
          <a:stretch/>
        </p:blipFill>
        <p:spPr>
          <a:xfrm>
            <a:off x="0" y="334740"/>
            <a:ext cx="9354942" cy="521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93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" y="232580"/>
            <a:ext cx="10514793" cy="580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9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 Object With String and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string value must be enclosed with double Quotes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JSON support numbers in double precision floating-point format. The number can be digit(0-9), fraction(.33,.221) and exponents.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0297" t="22259" r="6204" b="23121"/>
          <a:stretch/>
        </p:blipFill>
        <p:spPr>
          <a:xfrm>
            <a:off x="1436913" y="2586444"/>
            <a:ext cx="5146767" cy="1098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16041"/>
          <a:stretch/>
        </p:blipFill>
        <p:spPr>
          <a:xfrm>
            <a:off x="1436913" y="4733126"/>
            <a:ext cx="6257110" cy="157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9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</a:t>
            </a:r>
            <a:r>
              <a:rPr lang="en-US" dirty="0" smtClean="0"/>
              <a:t>Object with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Values in JSON can be object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762156"/>
            <a:ext cx="8158233" cy="368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4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 Nested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74" y="1269999"/>
            <a:ext cx="8962428" cy="56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03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88" y="220980"/>
            <a:ext cx="11493661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4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JSON 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JSON doesn’t support comments.it is not a standard but you can do some tricks such as adding extra attribute for comments in JSON object.</a:t>
            </a:r>
          </a:p>
          <a:p>
            <a:r>
              <a:rPr lang="en-US" sz="2000" dirty="0" smtClean="0"/>
              <a:t>Here , “comments” attribute can be treated as comment 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276" r="8669" b="8752"/>
          <a:stretch/>
        </p:blipFill>
        <p:spPr>
          <a:xfrm>
            <a:off x="387784" y="3543299"/>
            <a:ext cx="8024695" cy="326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85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87538"/>
            <a:ext cx="8109715" cy="634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58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68" y="0"/>
            <a:ext cx="11751569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4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" y="56426"/>
            <a:ext cx="10848328" cy="678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83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35" y="12731"/>
            <a:ext cx="10430315" cy="684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27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0" y="-39190"/>
            <a:ext cx="9155742" cy="696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206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</TotalTime>
  <Words>96</Words>
  <Application>Microsoft Office PowerPoint</Application>
  <PresentationFormat>Widescreen</PresentationFormat>
  <Paragraphs>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JSON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JSON Object With String and numbers</vt:lpstr>
      <vt:lpstr>JSON Object with object</vt:lpstr>
      <vt:lpstr>JSON Nested object</vt:lpstr>
      <vt:lpstr>PowerPoint Presentation</vt:lpstr>
      <vt:lpstr>JSON Comments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smc</dc:creator>
  <cp:lastModifiedBy>smc</cp:lastModifiedBy>
  <cp:revision>11</cp:revision>
  <dcterms:created xsi:type="dcterms:W3CDTF">2026-04-02T08:42:33Z</dcterms:created>
  <dcterms:modified xsi:type="dcterms:W3CDTF">2026-04-02T10:32:15Z</dcterms:modified>
</cp:coreProperties>
</file>